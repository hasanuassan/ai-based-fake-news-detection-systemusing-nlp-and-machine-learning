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6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AI-Based Fake News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Comprehensive Analysis &amp; Implementation</a:t>
            </a:r>
            <a:br/>
            <a:r>
              <a:t>Using Machine Learning &amp; Natural Language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5885" y="5669280"/>
            <a:ext cx="36922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rPr dirty="0"/>
              <a:t>Batch Members: |  Date: January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383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Project Overview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This project develops an intelligent system to detect and classify fake news articles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Leverages advanced NLP techniques combined with machine learning algorithms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Provides real-time analysis with explainable AI insights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Key Objectives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Achieve high accuracy (90%+) in fake news detection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Process news articles in real-time with minimal latency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Provide transparent explanations for predictions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Create accessible web interface for general users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Expected Impact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Enable faster news verification for journalists and organizations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Combat information warfare and misinformation spread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Support fact-checking agencies with automated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Current Challenges in News Verification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Exponential growth of online content makes manual verification impossible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Social media enables rapid spread of misinformation before fact-checking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Different definitions of 'fake news' across platforms and regions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Limited access to fact-checking tools for average users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Existing Solutions Limitations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Manual fact-checking is time-consuming (days/weeks)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Rule-based systems lack adaptability to new misinformation patterns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Limited coverage to specific news sources or languages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No explainability in decision-making process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Research Gap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Need for scalable, real-time detection with high accuracy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Integration of multiple signal sources (text, sentiment, patterns)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Transparent AI that shows why content is classified as fake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Detailed Objectives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4349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Primary Objectives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Develop machine learning classifier with &gt;90% accuracy on test data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Process news articles in &lt; 2 seconds per article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Support multiple languages (English, Regional languages)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Create intuitive web interface for non-technical users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Secondary Objectives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Implement ensemble methods combining multiple ML algorithms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Extract and visualize important features indicating fake news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Provide confidence scores and trust metrics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Enable batch processing for large news datasets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Long-term Goals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Real-time monitoring of news feeds and social media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Integration with news aggregation platforms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Mobile app development for on-the-go verification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Continuous model improvement with user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Literature Survey - Key Research Papers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Deep Learning for NLP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1. Convolutional Neural Networks for Sentence Classification (Y. Kim, 2014)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   - Uses CNN architecture for text classification with word embeddings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2. Attention Is All You Need (Vaswani et al., 2017)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   - Introduces Transformer architecture revolutionizing NLP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3. BERT: Pre-training of Deep Bidirectional Transformers (Devlin et al., 2018)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   - Bidirectional pre-training achieving SOTA on multiple NLP tasks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Fake News Detection Specific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4. Fake News Detection on Social Media: A Data Mining Perspective (Shu et al., 2017)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   - Comprehensive survey of fake news detection techniques and datasets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5. Liar, Liar Pants on Fire: A New Benchmark Dataset for Fake News Detection (Wang et al., 2017)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   - Introduces LIAR dataset with 12.8K labeled news claims and verdicts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Literature Survey - Key Research Papers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383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Misinformation &amp; Credibility Assessment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6. Rumor Detection on Twitter by Promoting Auxiliary Endogenous Attention (Liu et al., 2018)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   - Analyzes rumor detection using social media features and temporal patterns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7. The Role of Context in Detecting Previously Fact-Checked Claims (Shaar et al., 2020)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   - Studies fact verification using contextual information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Advanced Models &amp; Techniques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8. </a:t>
            </a:r>
            <a:r>
              <a:rPr sz="1000" dirty="0" err="1"/>
              <a:t>RoBERTa</a:t>
            </a:r>
            <a:r>
              <a:rPr sz="1000" dirty="0"/>
              <a:t>: Robustly Optimized BERT Pre-training (Liu et al., 2019)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   - Improved BERT with better pre-training methodology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9. </a:t>
            </a:r>
            <a:r>
              <a:rPr sz="1000" dirty="0" err="1"/>
              <a:t>XLNet</a:t>
            </a:r>
            <a:r>
              <a:rPr sz="1000" dirty="0"/>
              <a:t>: Generalized Autoregressive Pre-training (Yang et al., 2019)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   - Permutation-based pre-training superior to BERT on many benchmarks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Stance Detection &amp; Claim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10. Stance Detection with Bidirectional LSTM-CNNs (Augenstein et al., 2016)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11. Natural Language Inference in Premise Selection (</a:t>
            </a:r>
            <a:r>
              <a:rPr sz="1000" dirty="0" err="1"/>
              <a:t>Thawani</a:t>
            </a:r>
            <a:r>
              <a:rPr sz="1000" dirty="0"/>
              <a:t> et al., 2017)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Proposed System -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System Design Overview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Three-tier architecture: Frontend, Backend, and Data Management layers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RESTful API design for scalability and integration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Microservices approach for NLP and ML components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NLP Processing Pipeline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Text Preprocessing: Tokenization, lowercasing, punctuation removal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Feature Engineering: TF-IDF vectorization, Word2Vec embeddings, </a:t>
            </a:r>
            <a:r>
              <a:rPr sz="1000" dirty="0" err="1"/>
              <a:t>GloVe</a:t>
            </a:r>
            <a:r>
              <a:rPr sz="1000" dirty="0"/>
              <a:t> vectors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Sentiment Analysis: Detect emotional language common in fake news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Named Entity Recognition: Extract people, organizations, locations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Machine Learning Models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Logistic Regression: Fast baseline model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Random Forest: Handles non-linear relationships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Gradient Boosting (</a:t>
            </a:r>
            <a:r>
              <a:rPr sz="1000" dirty="0" err="1"/>
              <a:t>XGBoost</a:t>
            </a:r>
            <a:r>
              <a:rPr sz="1000" dirty="0"/>
              <a:t>): High-performance ensemble method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Neural Networks: Deep learning with LSTM/Transformer layers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Ensemble Approach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Combine multiple models via voting and weighted averaging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sz="1000" dirty="0"/>
              <a:t>• Achieve higher accuracy and robustness than individual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Challenges &amp; Proposed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Technical Challenges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Challenge 1: Imbalanced dataset (more real news than fake)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Solution: Apply SMOTE, class weights, ensemble methods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Challenge 2: Concept drift (fake news patterns evolve)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Solution: Continuous model retraining, online learning approaches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Challenge 3: Processing latency for real-time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Solution: Model optimization, caching, distributed computing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Data &amp; Privacy Challenges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Challenge 4: Limited labeled training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Solution: Data augmentation, transfer learning from pre-trained models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Challenge 5: User privacy and data security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Solution: HTTPS encryption, data anonymization, GDPR compliance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endParaRPr sz="1000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rPr sz="1000" dirty="0"/>
              <a:t>▪ Deployment Challenges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Challenge 6: Model interpretability for non-technical users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 sz="1000" dirty="0"/>
              <a:t>Solution: Intuitive visualizations, simple explanations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951</Words>
  <Application>Microsoft Office PowerPoint</Application>
  <PresentationFormat>On-screen Show (4:3)</PresentationFormat>
  <Paragraphs>126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HASAN</cp:lastModifiedBy>
  <cp:revision>5</cp:revision>
  <dcterms:created xsi:type="dcterms:W3CDTF">2013-01-27T09:14:16Z</dcterms:created>
  <dcterms:modified xsi:type="dcterms:W3CDTF">2026-01-19T12:41:23Z</dcterms:modified>
  <cp:category/>
</cp:coreProperties>
</file>